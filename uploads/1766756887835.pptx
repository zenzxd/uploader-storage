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Masa Depan Kepemimpinan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Bab 4 membahas bagaimana AI menjadi partner strategis bagi manusia, bukan pengganti.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Konsep Utama: Augmented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mendukung kemampuan manusia</a:t>
            </a:r>
          </a:p>
          <a:p>
            <a:r>
              <a:t>- Beda dari Artificial Replacement</a:t>
            </a:r>
          </a:p>
          <a:p>
            <a:r>
              <a:t>- Fokus: kolaborasi manusia + mesin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Mengapa Bukan Artificial Replacement?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tidak punya empati, moral, dan intuisi</a:t>
            </a:r>
          </a:p>
          <a:p>
            <a:r>
              <a:t>- Tidak memahami konteks sosial</a:t>
            </a:r>
          </a:p>
          <a:p>
            <a:r>
              <a:t>- Hanya sebaik data yang melatihnya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Analogi Augmented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seperti GPS</a:t>
            </a:r>
          </a:p>
          <a:p>
            <a:r>
              <a:t>- Menyediakan rekomendasi terbaik berbasis data</a:t>
            </a:r>
          </a:p>
          <a:p>
            <a:r>
              <a:t>- Manusia tetap membuat keputusan akhir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Peran Pemimpin dalam Era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Menggunakan AI sebagai decision support tool</a:t>
            </a:r>
          </a:p>
          <a:p>
            <a:r>
              <a:t>- Menjaga nilai dan etika</a:t>
            </a:r>
          </a:p>
          <a:p>
            <a:r>
              <a:t>- Bertanggung jawab atas keputusan akhir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Kapan Menggunakan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Menganalisis data besar</a:t>
            </a:r>
          </a:p>
          <a:p>
            <a:r>
              <a:t>- Prediksi kuantitatif</a:t>
            </a:r>
          </a:p>
          <a:p>
            <a:r>
              <a:t>- Deteksi pola kompleks</a:t>
            </a:r>
          </a:p>
          <a:p>
            <a:r>
              <a:t>- Tugas yang butuh konsistensi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Penggunaan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Deteksi fraud</a:t>
            </a:r>
          </a:p>
          <a:p>
            <a:r>
              <a:t>- Penilaian kredit awal</a:t>
            </a:r>
          </a:p>
          <a:p>
            <a:r>
              <a:t>- Prediksi permintaan produk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Kapan Harus Mengandalkan Manusia?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Keputusan etis &amp; moral</a:t>
            </a:r>
          </a:p>
          <a:p>
            <a:r>
              <a:t>- Kreativitas dan inovasi</a:t>
            </a:r>
          </a:p>
          <a:p>
            <a:r>
              <a:t>- Situasi dengan data bias atau terbatas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Peran Manusia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Memutuskan PHK vs pemotongan gaji</a:t>
            </a:r>
          </a:p>
          <a:p>
            <a:r>
              <a:t>- Membuat kampanye kreatif</a:t>
            </a:r>
          </a:p>
          <a:p>
            <a:r>
              <a:t>- Memilih kandidat berbakat meski datanya tidak sempurna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Kolaborasi: 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menganalisis data</a:t>
            </a:r>
          </a:p>
          <a:p>
            <a:r>
              <a:t>- AI memberi rekomendasi</a:t>
            </a:r>
          </a:p>
          <a:p>
            <a:r>
              <a:t>- Manusia menilai konteks</a:t>
            </a:r>
          </a:p>
          <a:p>
            <a:r>
              <a:t>- Manusia mengambil keputusan akhir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Isu Etika AI: Bias Algoritma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belajar dari data historis</a:t>
            </a:r>
          </a:p>
          <a:p>
            <a:r>
              <a:t>- Jika data bias, hasil AI juga bias</a:t>
            </a:r>
          </a:p>
          <a:p>
            <a:r>
              <a:t>- Contoh: bias gender dalam seleksi kerja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Isu Etika: Akuntabilitas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Siapa yang bertanggung jawab?</a:t>
            </a:r>
          </a:p>
          <a:p>
            <a:r>
              <a:t>- Jawabannya: manusia, bukan AI</a:t>
            </a:r>
          </a:p>
          <a:p>
            <a:r>
              <a:t>- Prinsip: Human-in-Command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Isu Etika: Transparansi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Model AI kompleks (black box)</a:t>
            </a:r>
          </a:p>
          <a:p>
            <a:r>
              <a:t>- Sulit dijelaskan cara kerjanya</a:t>
            </a:r>
          </a:p>
          <a:p>
            <a:r>
              <a:t>- Pentingnya Explainable AI (XAI)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Membangun Tim Sinergis dengan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Peran penting dalam tim:</a:t>
            </a:r>
          </a:p>
          <a:p>
            <a:r>
              <a:t>  * Pemimpin bisnis</a:t>
            </a:r>
          </a:p>
          <a:p>
            <a:r>
              <a:t>  * Data scientist &amp; ML engineer</a:t>
            </a:r>
          </a:p>
          <a:p>
            <a:r>
              <a:t>  * Translator (bisnis-teknis)</a:t>
            </a:r>
          </a:p>
          <a:p>
            <a:r>
              <a:t>  * Pakar etika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Mengapa Translator Penting?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Memahami kebutuhan bisnis</a:t>
            </a:r>
          </a:p>
          <a:p>
            <a:r>
              <a:t>- Bisa berkomunikasi dengan tim teknis</a:t>
            </a:r>
          </a:p>
          <a:p>
            <a:r>
              <a:t>- Mengubah data menjadi insight berguna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yang Harus Diprioritaskan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Kreativitas</a:t>
            </a:r>
          </a:p>
          <a:p>
            <a:r>
              <a:t>- Empati</a:t>
            </a:r>
          </a:p>
          <a:p>
            <a:r>
              <a:t>- Berpikir kritis</a:t>
            </a:r>
          </a:p>
          <a:p>
            <a:r>
              <a:t>- Kolaborasi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Reskilling &amp; Upskilling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Melatih karyawan bekerja dengan AI</a:t>
            </a:r>
          </a:p>
          <a:p>
            <a:r>
              <a:t>- Memahami output AI</a:t>
            </a:r>
          </a:p>
          <a:p>
            <a:r>
              <a:t>- Menafsirkan rekomendasi 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 Kasus Amazon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rekrutmen bias terhadap perempuan</a:t>
            </a:r>
          </a:p>
          <a:p>
            <a:r>
              <a:t>- Disebabkan data historis bias (karyawan mayoritas laki-laki)</a:t>
            </a:r>
          </a:p>
          <a:p>
            <a:r>
              <a:t>- AI menurunkan nilai CV perempuan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Pelajaran dari Kasus Amazon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tidak otomatis objektif</a:t>
            </a:r>
          </a:p>
          <a:p>
            <a:r>
              <a:t>- Perlu audit rutin</a:t>
            </a:r>
          </a:p>
          <a:p>
            <a:r>
              <a:t>- Perlu data pelatihan beragam</a:t>
            </a:r>
          </a:p>
          <a:p>
            <a:r>
              <a:t>- AI tidak boleh memutuskan sendirian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Rekomendasi Solusi Rekrutmen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Gunakan AI hanya untuk screening awal</a:t>
            </a:r>
          </a:p>
          <a:p>
            <a:r>
              <a:t>- Fokus pada keterampilan (blind skill assessment)</a:t>
            </a:r>
          </a:p>
          <a:p>
            <a:r>
              <a:t>- Gunakan wawancara manusia untuk keputusan akhir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Debat: Keputusan Akhir oleh Manusia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 PRO:</a:t>
            </a:r>
          </a:p>
          <a:p>
            <a:r>
              <a:t>- Tanggung jawab hukum</a:t>
            </a:r>
          </a:p>
          <a:p>
            <a:r>
              <a:t>- Moral &amp; etika</a:t>
            </a:r>
          </a:p>
          <a:p>
            <a:r>
              <a:t>- Kreativitas</a:t>
            </a:r>
          </a:p>
          <a:p>
            <a:r>
              <a:t>- Pemahaman konteks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Debat: Keputusan Akhir oleh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 KONTRA:</a:t>
            </a:r>
          </a:p>
          <a:p>
            <a:r>
              <a:t>- Objektivitas</a:t>
            </a:r>
          </a:p>
          <a:p>
            <a:r>
              <a:t>- Kecepatan</a:t>
            </a:r>
          </a:p>
          <a:p>
            <a:r>
              <a:t>- Analisis super cepat</a:t>
            </a:r>
          </a:p>
          <a:p>
            <a:r>
              <a:t>- Konsistensi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Debat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sangat membantu</a:t>
            </a:r>
          </a:p>
          <a:p>
            <a:r>
              <a:t>- Namun keputusan strategis tetap manusia</a:t>
            </a:r>
          </a:p>
          <a:p>
            <a:r>
              <a:t>- Sinergi = hasil terbaik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Utama Bab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tidak menggantikan manusia</a:t>
            </a:r>
          </a:p>
          <a:p>
            <a:r>
              <a:t>- Pemimpin masa depan = Augmented Leader</a:t>
            </a:r>
          </a:p>
          <a:p>
            <a:r>
              <a:t>- Kolaborasi manusia + AI = keputusan terbaik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