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9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00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6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0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30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966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31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7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16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1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4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6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5C7F3-B3C3-450C-A666-691D47F94187}" type="datetimeFigureOut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4DD9C-434D-40BC-A56B-0B5F16C95E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9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---------- Chapter 5 ----------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Arfan.HQQ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@2021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95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Sebuah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0070C0"/>
                </a:solidFill>
              </a:rPr>
              <a:t>Variabel</a:t>
            </a:r>
            <a:r>
              <a:rPr lang="en-US" sz="3600" dirty="0"/>
              <a:t> yang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menampung</a:t>
            </a:r>
            <a:r>
              <a:rPr lang="en-US" sz="3600" dirty="0"/>
              <a:t> </a:t>
            </a:r>
            <a:r>
              <a:rPr lang="en-US" sz="3600" dirty="0" err="1"/>
              <a:t>beberapa</a:t>
            </a:r>
            <a:r>
              <a:rPr lang="en-US" sz="3600" dirty="0"/>
              <a:t> data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00B050"/>
                </a:solidFill>
              </a:rPr>
              <a:t>tipe</a:t>
            </a:r>
            <a:r>
              <a:rPr lang="en-US" sz="3600" dirty="0"/>
              <a:t> yang </a:t>
            </a:r>
            <a:r>
              <a:rPr lang="en-US" sz="3600" dirty="0" err="1">
                <a:solidFill>
                  <a:srgbClr val="FFC000"/>
                </a:solidFill>
              </a:rPr>
              <a:t>sama</a:t>
            </a:r>
            <a:r>
              <a:rPr lang="en-US" sz="3600" dirty="0"/>
              <a:t>.</a:t>
            </a:r>
          </a:p>
          <a:p>
            <a:r>
              <a:rPr lang="en-US" sz="3600" dirty="0"/>
              <a:t>Kumpulan </a:t>
            </a:r>
            <a:r>
              <a:rPr lang="en-US" sz="3600" dirty="0" err="1"/>
              <a:t>dari</a:t>
            </a:r>
            <a:r>
              <a:rPr lang="en-US" sz="3600" dirty="0"/>
              <a:t> </a:t>
            </a:r>
            <a:r>
              <a:rPr lang="en-US" sz="3600" dirty="0" err="1"/>
              <a:t>nilai</a:t>
            </a:r>
            <a:r>
              <a:rPr lang="en-US" sz="3600" dirty="0"/>
              <a:t> data-data yang </a:t>
            </a:r>
            <a:r>
              <a:rPr lang="en-US" sz="3600" dirty="0" err="1"/>
              <a:t>bertipe</a:t>
            </a:r>
            <a:r>
              <a:rPr lang="en-US" sz="3600" dirty="0"/>
              <a:t> </a:t>
            </a:r>
            <a:r>
              <a:rPr lang="en-US" sz="3600" dirty="0" err="1"/>
              <a:t>sama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urutan</a:t>
            </a:r>
            <a:r>
              <a:rPr lang="en-US" sz="3600" dirty="0"/>
              <a:t> </a:t>
            </a:r>
            <a:r>
              <a:rPr lang="en-US" sz="3600" dirty="0" err="1"/>
              <a:t>tertentu</a:t>
            </a:r>
            <a:r>
              <a:rPr lang="en-US" sz="3600" dirty="0"/>
              <a:t> yang </a:t>
            </a:r>
            <a:r>
              <a:rPr lang="en-US" sz="3600" dirty="0" err="1"/>
              <a:t>menggunakan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00B0F0"/>
                </a:solidFill>
              </a:rPr>
              <a:t>nama</a:t>
            </a:r>
            <a:r>
              <a:rPr lang="en-US" sz="3600" dirty="0"/>
              <a:t> yang </a:t>
            </a:r>
            <a:r>
              <a:rPr lang="en-US" sz="3600" dirty="0" err="1">
                <a:solidFill>
                  <a:srgbClr val="00B0F0"/>
                </a:solidFill>
              </a:rPr>
              <a:t>sama</a:t>
            </a:r>
            <a:r>
              <a:rPr lang="en-US" sz="3600" dirty="0"/>
              <a:t>. </a:t>
            </a:r>
          </a:p>
          <a:p>
            <a:r>
              <a:rPr lang="en-US" sz="3600" dirty="0" err="1"/>
              <a:t>Letak</a:t>
            </a:r>
            <a:r>
              <a:rPr lang="en-US" sz="3600" dirty="0"/>
              <a:t> </a:t>
            </a:r>
            <a:r>
              <a:rPr lang="en-US" sz="3600" dirty="0" err="1"/>
              <a:t>atau</a:t>
            </a:r>
            <a:r>
              <a:rPr lang="en-US" sz="3600" dirty="0"/>
              <a:t> </a:t>
            </a:r>
            <a:r>
              <a:rPr lang="en-US" sz="3600" dirty="0" err="1"/>
              <a:t>posisi</a:t>
            </a:r>
            <a:r>
              <a:rPr lang="en-US" sz="3600" dirty="0"/>
              <a:t> </a:t>
            </a:r>
            <a:r>
              <a:rPr lang="en-US" sz="3600" dirty="0" err="1"/>
              <a:t>dari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00B050"/>
                </a:solidFill>
              </a:rPr>
              <a:t>elemen</a:t>
            </a:r>
            <a:r>
              <a:rPr lang="en-US" sz="3600" dirty="0"/>
              <a:t> array </a:t>
            </a:r>
            <a:r>
              <a:rPr lang="en-US" sz="3600" dirty="0" err="1"/>
              <a:t>ditunjukkan</a:t>
            </a:r>
            <a:r>
              <a:rPr lang="en-US" sz="3600" dirty="0"/>
              <a:t> </a:t>
            </a:r>
            <a:r>
              <a:rPr lang="en-US" sz="3600" dirty="0" err="1"/>
              <a:t>oleh</a:t>
            </a:r>
            <a:r>
              <a:rPr lang="en-US" sz="3600" dirty="0"/>
              <a:t> </a:t>
            </a:r>
            <a:r>
              <a:rPr lang="en-US" sz="3600" dirty="0" err="1"/>
              <a:t>suatu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FF0000"/>
                </a:solidFill>
              </a:rPr>
              <a:t>indeks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927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Jenis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d-ID" sz="4400" dirty="0"/>
              <a:t>Tunggal</a:t>
            </a:r>
          </a:p>
          <a:p>
            <a:pPr lvl="1"/>
            <a:r>
              <a:rPr lang="en-US" sz="4000" dirty="0" err="1">
                <a:solidFill>
                  <a:srgbClr val="00B0F0"/>
                </a:solidFill>
              </a:rPr>
              <a:t>dataType</a:t>
            </a:r>
            <a:r>
              <a:rPr lang="en-US" sz="4000" dirty="0"/>
              <a:t> </a:t>
            </a:r>
            <a:r>
              <a:rPr lang="en-US" sz="4000" dirty="0" err="1">
                <a:solidFill>
                  <a:srgbClr val="00B050"/>
                </a:solidFill>
              </a:rPr>
              <a:t>arrayName</a:t>
            </a:r>
            <a:r>
              <a:rPr lang="en-US" sz="4000" dirty="0"/>
              <a:t>[</a:t>
            </a:r>
            <a:r>
              <a:rPr lang="en-US" sz="4000" dirty="0" err="1">
                <a:solidFill>
                  <a:srgbClr val="FF0000"/>
                </a:solidFill>
              </a:rPr>
              <a:t>arraySize</a:t>
            </a:r>
            <a:r>
              <a:rPr lang="en-US" sz="4000" dirty="0"/>
              <a:t>];</a:t>
            </a:r>
          </a:p>
          <a:p>
            <a:r>
              <a:rPr lang="id-ID" sz="4400" dirty="0"/>
              <a:t>Berdimensi</a:t>
            </a:r>
          </a:p>
          <a:p>
            <a:pPr lvl="1"/>
            <a:r>
              <a:rPr lang="en-US" sz="4000" dirty="0" err="1">
                <a:solidFill>
                  <a:srgbClr val="00B0F0"/>
                </a:solidFill>
              </a:rPr>
              <a:t>dataType</a:t>
            </a:r>
            <a:r>
              <a:rPr lang="en-US" sz="4000" dirty="0"/>
              <a:t> </a:t>
            </a:r>
            <a:r>
              <a:rPr lang="en-US" sz="4000" dirty="0" err="1">
                <a:solidFill>
                  <a:srgbClr val="00B050"/>
                </a:solidFill>
              </a:rPr>
              <a:t>arrayName</a:t>
            </a:r>
            <a:r>
              <a:rPr lang="en-US" sz="4000" dirty="0"/>
              <a:t>[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arraySize_</a:t>
            </a:r>
            <a:r>
              <a:rPr lang="en-US" sz="4000" dirty="0">
                <a:solidFill>
                  <a:srgbClr val="00B050"/>
                </a:solidFill>
              </a:rPr>
              <a:t>1</a:t>
            </a:r>
            <a:r>
              <a:rPr lang="en-US" sz="4000" dirty="0"/>
              <a:t>] [</a:t>
            </a:r>
            <a:r>
              <a:rPr lang="en-US" sz="4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arraySize_</a:t>
            </a:r>
            <a:r>
              <a:rPr lang="en-US" sz="4000" dirty="0">
                <a:solidFill>
                  <a:srgbClr val="00B050"/>
                </a:solidFill>
              </a:rPr>
              <a:t>2</a:t>
            </a:r>
            <a:r>
              <a:rPr lang="en-US" sz="4000" dirty="0"/>
              <a:t>] … [</a:t>
            </a:r>
            <a:r>
              <a:rPr lang="en-US" sz="40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arraySize_</a:t>
            </a:r>
            <a:r>
              <a:rPr lang="en-US" sz="4000" dirty="0" err="1">
                <a:solidFill>
                  <a:srgbClr val="00B050"/>
                </a:solidFill>
              </a:rPr>
              <a:t>n</a:t>
            </a:r>
            <a:r>
              <a:rPr lang="en-US" sz="4000" dirty="0"/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54356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Attantion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err="1">
                <a:solidFill>
                  <a:srgbClr val="00B050"/>
                </a:solidFill>
              </a:rPr>
              <a:t>Indeks</a:t>
            </a:r>
            <a:r>
              <a:rPr lang="en-US" sz="3600" dirty="0"/>
              <a:t> array </a:t>
            </a:r>
            <a:r>
              <a:rPr lang="en-US" sz="3600" dirty="0" err="1"/>
              <a:t>dimulai</a:t>
            </a:r>
            <a:r>
              <a:rPr lang="en-US" sz="3600" dirty="0"/>
              <a:t>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FF0000"/>
                </a:solidFill>
              </a:rPr>
              <a:t>0</a:t>
            </a:r>
            <a:r>
              <a:rPr lang="en-US" sz="3600" dirty="0"/>
              <a:t>. </a:t>
            </a:r>
            <a:r>
              <a:rPr lang="en-US" sz="3600" dirty="0" err="1"/>
              <a:t>Jadi</a:t>
            </a:r>
            <a:r>
              <a:rPr lang="en-US" sz="3600" dirty="0"/>
              <a:t> a[0] </a:t>
            </a:r>
            <a:r>
              <a:rPr lang="en-US" sz="3600" dirty="0" err="1"/>
              <a:t>adalah</a:t>
            </a:r>
            <a:r>
              <a:rPr lang="en-US" sz="3600" dirty="0"/>
              <a:t> </a:t>
            </a:r>
            <a:r>
              <a:rPr lang="en-US" sz="3600" dirty="0" err="1"/>
              <a:t>elemen</a:t>
            </a:r>
            <a:r>
              <a:rPr lang="en-US" sz="3600" dirty="0"/>
              <a:t> </a:t>
            </a:r>
            <a:r>
              <a:rPr lang="en-US" sz="3600" dirty="0" err="1"/>
              <a:t>pertama</a:t>
            </a:r>
            <a:r>
              <a:rPr lang="en-US" sz="3600" dirty="0"/>
              <a:t> yang </a:t>
            </a:r>
            <a:r>
              <a:rPr lang="en-US" sz="3600" dirty="0" err="1"/>
              <a:t>disimpan</a:t>
            </a:r>
            <a:r>
              <a:rPr lang="en-US" sz="3600" dirty="0"/>
              <a:t> </a:t>
            </a:r>
            <a:r>
              <a:rPr lang="en-US" sz="3600" dirty="0" err="1"/>
              <a:t>pada</a:t>
            </a:r>
            <a:r>
              <a:rPr lang="en-US" sz="3600" dirty="0"/>
              <a:t> </a:t>
            </a:r>
            <a:r>
              <a:rPr lang="en-US" sz="3600" dirty="0" err="1"/>
              <a:t>indeks</a:t>
            </a:r>
            <a:r>
              <a:rPr lang="en-US" sz="3600" dirty="0"/>
              <a:t> 0.</a:t>
            </a:r>
          </a:p>
          <a:p>
            <a:r>
              <a:rPr lang="en-US" sz="3600" dirty="0" err="1"/>
              <a:t>Jika</a:t>
            </a:r>
            <a:r>
              <a:rPr lang="en-US" sz="3600" dirty="0"/>
              <a:t> </a:t>
            </a:r>
            <a:r>
              <a:rPr lang="en-US" sz="3600" dirty="0" err="1"/>
              <a:t>ukuran</a:t>
            </a:r>
            <a:r>
              <a:rPr lang="en-US" sz="3600" dirty="0"/>
              <a:t> </a:t>
            </a:r>
            <a:r>
              <a:rPr lang="en-US" sz="3600" dirty="0" err="1"/>
              <a:t>sebuah</a:t>
            </a:r>
            <a:r>
              <a:rPr lang="en-US" sz="3600" dirty="0"/>
              <a:t> array </a:t>
            </a:r>
            <a:r>
              <a:rPr lang="en-US" sz="3600" dirty="0" err="1"/>
              <a:t>adalah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FF0000"/>
                </a:solidFill>
              </a:rPr>
              <a:t>n</a:t>
            </a:r>
            <a:r>
              <a:rPr lang="en-US" sz="3600" dirty="0"/>
              <a:t>, </a:t>
            </a:r>
            <a:r>
              <a:rPr lang="en-US" sz="3600" dirty="0" err="1">
                <a:solidFill>
                  <a:srgbClr val="0070C0"/>
                </a:solidFill>
              </a:rPr>
              <a:t>elemen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0070C0"/>
                </a:solidFill>
              </a:rPr>
              <a:t>terakhir</a:t>
            </a:r>
            <a:r>
              <a:rPr lang="en-US" sz="3600" dirty="0"/>
              <a:t> </a:t>
            </a:r>
            <a:r>
              <a:rPr lang="en-US" sz="3600" dirty="0" err="1"/>
              <a:t>disimpan</a:t>
            </a:r>
            <a:r>
              <a:rPr lang="en-US" sz="3600" dirty="0"/>
              <a:t> </a:t>
            </a:r>
            <a:r>
              <a:rPr lang="en-US" sz="3600" dirty="0" err="1"/>
              <a:t>pada</a:t>
            </a:r>
            <a:r>
              <a:rPr lang="en-US" sz="3600" dirty="0"/>
              <a:t> </a:t>
            </a:r>
            <a:r>
              <a:rPr lang="en-US" sz="3600" dirty="0" err="1"/>
              <a:t>indeks</a:t>
            </a:r>
            <a:r>
              <a:rPr lang="en-US" sz="3600" dirty="0"/>
              <a:t> (</a:t>
            </a:r>
            <a:r>
              <a:rPr lang="en-US" sz="3600" dirty="0">
                <a:solidFill>
                  <a:srgbClr val="FF0000"/>
                </a:solidFill>
              </a:rPr>
              <a:t>n-1</a:t>
            </a:r>
            <a:r>
              <a:rPr lang="en-US" sz="3600" dirty="0"/>
              <a:t>). </a:t>
            </a:r>
            <a:r>
              <a:rPr lang="en-US" sz="3600" dirty="0" err="1"/>
              <a:t>Jika</a:t>
            </a:r>
            <a:r>
              <a:rPr lang="en-US" sz="3600" dirty="0"/>
              <a:t>, index array a </a:t>
            </a:r>
            <a:r>
              <a:rPr lang="en-US" sz="3600" dirty="0" err="1"/>
              <a:t>adalah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C00000"/>
                </a:solidFill>
              </a:rPr>
              <a:t>3</a:t>
            </a:r>
            <a:r>
              <a:rPr lang="en-US" sz="3600" dirty="0"/>
              <a:t>, </a:t>
            </a:r>
            <a:r>
              <a:rPr lang="en-US" sz="3600" dirty="0" err="1"/>
              <a:t>maka</a:t>
            </a:r>
            <a:r>
              <a:rPr lang="en-US" sz="3600" dirty="0"/>
              <a:t> a[</a:t>
            </a:r>
            <a:r>
              <a:rPr lang="en-US" sz="3600" dirty="0">
                <a:solidFill>
                  <a:srgbClr val="FF0000"/>
                </a:solidFill>
              </a:rPr>
              <a:t>2</a:t>
            </a:r>
            <a:r>
              <a:rPr lang="en-US" sz="3600" dirty="0"/>
              <a:t>] </a:t>
            </a:r>
            <a:r>
              <a:rPr lang="en-US" sz="3600" dirty="0" err="1"/>
              <a:t>adalah</a:t>
            </a:r>
            <a:r>
              <a:rPr lang="en-US" sz="3600" dirty="0"/>
              <a:t> </a:t>
            </a:r>
            <a:r>
              <a:rPr lang="en-US" sz="3600" dirty="0" err="1"/>
              <a:t>elemen</a:t>
            </a:r>
            <a:r>
              <a:rPr lang="en-US" sz="3600" dirty="0"/>
              <a:t> </a:t>
            </a:r>
            <a:r>
              <a:rPr lang="en-US" sz="3600" dirty="0" err="1">
                <a:solidFill>
                  <a:srgbClr val="0070C0"/>
                </a:solidFill>
              </a:rPr>
              <a:t>terakhirnya</a:t>
            </a:r>
            <a:r>
              <a:rPr lang="en-US" sz="3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320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Tunggal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Deklarasi</a:t>
            </a:r>
            <a:r>
              <a:rPr lang="en-US" dirty="0"/>
              <a:t> :</a:t>
            </a:r>
          </a:p>
          <a:p>
            <a:pPr lvl="1"/>
            <a:r>
              <a:rPr lang="en-US" sz="2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a[6] = {</a:t>
            </a:r>
            <a:r>
              <a:rPr lang="en-US" sz="2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78, 75, 68, 77, 69, 85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a[0]=78, a[1]=75, a[2]=68, a[3]=77, a[4]=69,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a[5]=85</a:t>
            </a:r>
          </a:p>
          <a:p>
            <a:pPr marL="914400" lvl="2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8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a[] = {</a:t>
            </a:r>
            <a:r>
              <a:rPr lang="en-US" sz="2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78, 75, 68, 77, 69, 85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0" lvl="1" indent="0">
              <a:buNone/>
            </a:pP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8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a[6] = {</a:t>
            </a:r>
            <a:r>
              <a:rPr 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78, 75, 68, 77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14400" lvl="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a[0]=78, a[1]=75, a[2]=68, a[3]=77, a[4]=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a[5]=</a:t>
            </a:r>
            <a:r>
              <a:rPr lang="en-US" sz="2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93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a[6] = {78, 75, 68, 77, 69, 85}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“Data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MK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Algo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II : "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6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++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a[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&lt;&lt; "  "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1865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a[6] = {78, 75, 68, 77, 69, 85}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“Data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nilai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MK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Algo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II : "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&amp;n : a)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n &lt;&lt; "  "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751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Berdimensi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Deklarasi</a:t>
            </a:r>
            <a:r>
              <a:rPr lang="en-US" dirty="0"/>
              <a:t>  2 </a:t>
            </a:r>
            <a:r>
              <a:rPr lang="en-US" dirty="0" err="1"/>
              <a:t>Dimensi</a:t>
            </a:r>
            <a:r>
              <a:rPr lang="en-US" dirty="0"/>
              <a:t>: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9, 0, 19}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{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07478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Penjelasan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spcBef>
                <a:spcPts val="1000"/>
              </a:spcBef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{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9, 0, 19}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 err="1"/>
              <a:t>Elemen</a:t>
            </a:r>
            <a:r>
              <a:rPr lang="en-US" dirty="0"/>
              <a:t> 1 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{2, 4, 5}</a:t>
            </a:r>
          </a:p>
          <a:p>
            <a:pPr marL="0" indent="0">
              <a:buNone/>
            </a:pPr>
            <a:r>
              <a:rPr lang="en-US" dirty="0" err="1"/>
              <a:t>Elemen</a:t>
            </a:r>
            <a:r>
              <a:rPr lang="en-US" dirty="0"/>
              <a:t> 2 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{9, 0, 19}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Jadi</a:t>
            </a:r>
            <a:r>
              <a:rPr lang="en-US" dirty="0"/>
              <a:t> test [2][3] </a:t>
            </a:r>
            <a:r>
              <a:rPr lang="en-US" dirty="0" err="1"/>
              <a:t>itu</a:t>
            </a:r>
            <a:r>
              <a:rPr lang="en-US" dirty="0"/>
              <a:t> : </a:t>
            </a:r>
            <a:br>
              <a:rPr lang="en-US" dirty="0"/>
            </a:br>
            <a:r>
              <a:rPr lang="en-US" dirty="0"/>
              <a:t> 2 </a:t>
            </a:r>
            <a:r>
              <a:rPr lang="en-US" dirty="0" err="1"/>
              <a:t>baris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3 </a:t>
            </a:r>
            <a:r>
              <a:rPr lang="en-US" dirty="0" err="1"/>
              <a:t>kolom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51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Berdimensi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Deklarasi</a:t>
            </a:r>
            <a:r>
              <a:rPr lang="en-US" dirty="0"/>
              <a:t>  3 </a:t>
            </a:r>
            <a:r>
              <a:rPr lang="en-US" dirty="0" err="1"/>
              <a:t>Dimensi</a:t>
            </a:r>
            <a:r>
              <a:rPr lang="en-US" dirty="0"/>
              <a:t>: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{3, 4, 2, 3, 0, -3, 9, 11, 23, 12, 23, 2, 13, 4, 56, 3, 5, 9, 3, 5, 5, 1, 4, 9};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{ { {3, 4, 2, 3}, {0, -3, 9, 11}, {23, 12, 23, 2} }, { {13, 4, 56, 3}, {5, 9, 3, 5}, {5, 1, 4, 9} } };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754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Penjelasan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Element 1 = { {3, 4, 2, 3}, {0, -3, 9, 11}, {23, 12, 23, 2} }</a:t>
            </a:r>
          </a:p>
          <a:p>
            <a:pPr marL="0" indent="0">
              <a:buNone/>
            </a:pPr>
            <a:r>
              <a:rPr lang="en-US" dirty="0"/>
              <a:t>Element 2 = { {13, 4, 56, 3}, {5, 9, 3, 5}, {5, 1, 4, 9}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{3, 4, 2, 3}, {0, -3, 9, 11} and {23, 12, 23, 2} </a:t>
            </a:r>
            <a:r>
              <a:rPr lang="en-US" dirty="0" err="1"/>
              <a:t>untuk</a:t>
            </a:r>
            <a:r>
              <a:rPr lang="en-US" dirty="0"/>
              <a:t> Element 1.</a:t>
            </a:r>
          </a:p>
          <a:p>
            <a:pPr marL="0" indent="0">
              <a:buNone/>
            </a:pPr>
            <a:r>
              <a:rPr lang="en-US" dirty="0"/>
              <a:t>{13, 4, 56, 3}, {5, 9, 3, 5} and {5, 1, 4, 9} </a:t>
            </a:r>
            <a:r>
              <a:rPr lang="en-US" dirty="0" err="1"/>
              <a:t>untuk</a:t>
            </a:r>
            <a:r>
              <a:rPr lang="en-US" dirty="0"/>
              <a:t> Element 2.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{3, 4, 2, 3}</a:t>
            </a:r>
          </a:p>
          <a:p>
            <a:pPr marL="0" indent="0">
              <a:buNone/>
            </a:pPr>
            <a:r>
              <a:rPr lang="en-US" dirty="0"/>
              <a:t>{0, -3, 9, 11}</a:t>
            </a:r>
          </a:p>
          <a:p>
            <a:pPr marL="0" indent="0">
              <a:buNone/>
            </a:pPr>
            <a:r>
              <a:rPr lang="en-US" dirty="0"/>
              <a:t>... .. ...</a:t>
            </a:r>
          </a:p>
          <a:p>
            <a:pPr marL="0" indent="0">
              <a:buNone/>
            </a:pPr>
            <a:r>
              <a:rPr lang="en-US" dirty="0"/>
              <a:t>... .. ...</a:t>
            </a:r>
          </a:p>
        </p:txBody>
      </p:sp>
    </p:spTree>
    <p:extLst>
      <p:ext uri="{BB962C8B-B14F-4D97-AF65-F5344CB8AC3E}">
        <p14:creationId xmlns:p14="http://schemas.microsoft.com/office/powerpoint/2010/main" val="3762980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4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48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4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sz="4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4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48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48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test[3][2] = {{2, -5}, {4, 0}, {9, 1}}</a:t>
            </a:r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48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&lt; 3</a:t>
            </a:r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++</a:t>
            </a:r>
            <a:r>
              <a:rPr lang="en-US" sz="4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48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j = 0</a:t>
            </a:r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j &lt; 2</a:t>
            </a:r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++j)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4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"test[" &lt;&lt; </a:t>
            </a:r>
            <a:r>
              <a:rPr lang="en-US" sz="4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"][" &lt;&lt; j &lt;&lt; "] = " &lt;&lt; test[</a:t>
            </a:r>
            <a:r>
              <a:rPr lang="en-US" sz="4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][j] &lt;&lt; </a:t>
            </a:r>
            <a:r>
              <a:rPr lang="en-US" sz="4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4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4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4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4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942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// This array can store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12 elements (2x3x2)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test[2][3][2]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{1, 2},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{3, 4},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{5, 6}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},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{7, 8},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{9, 10},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{11, 12}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2; ++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j = 0; j &lt; 3; ++j)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for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k = 0; k &lt; 2; ++k)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"test["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"][" &lt;&lt; j &lt;&lt; "][" &lt;&lt; k &lt;&lt; "] = " &lt;&lt; test[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][j][k]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56849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Reffence</a:t>
            </a:r>
            <a:endParaRPr lang="en-US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https://www.programiz.com/cpp-programming/multidimensional-arrays</a:t>
            </a:r>
          </a:p>
        </p:txBody>
      </p:sp>
    </p:spTree>
    <p:extLst>
      <p:ext uri="{BB962C8B-B14F-4D97-AF65-F5344CB8AC3E}">
        <p14:creationId xmlns:p14="http://schemas.microsoft.com/office/powerpoint/2010/main" val="1603635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13335" y="4757499"/>
            <a:ext cx="30696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  <p:pic>
        <p:nvPicPr>
          <p:cNvPr id="5" name="Content Placeholder 6" descr="Alkhamdulillah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30400" y="1256030"/>
            <a:ext cx="3035493" cy="348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756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1095</Words>
  <Application>Microsoft Office PowerPoint</Application>
  <PresentationFormat>Widescreen</PresentationFormat>
  <Paragraphs>117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Tahoma</vt:lpstr>
      <vt:lpstr>Office Theme</vt:lpstr>
      <vt:lpstr>Array</vt:lpstr>
      <vt:lpstr>PowerPoint Presentation</vt:lpstr>
      <vt:lpstr>Jenis array</vt:lpstr>
      <vt:lpstr>Attantion </vt:lpstr>
      <vt:lpstr>Array Tunggal</vt:lpstr>
      <vt:lpstr>Example</vt:lpstr>
      <vt:lpstr>PowerPoint Presentation</vt:lpstr>
      <vt:lpstr>Array Berdimensi 2</vt:lpstr>
      <vt:lpstr>Penjelasan</vt:lpstr>
      <vt:lpstr>Array Berdimensi 3</vt:lpstr>
      <vt:lpstr>Penjelasan</vt:lpstr>
      <vt:lpstr>Example</vt:lpstr>
      <vt:lpstr>PowerPoint Presentation</vt:lpstr>
      <vt:lpstr>Reffence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</dc:title>
  <dc:creator>lenovo</dc:creator>
  <cp:lastModifiedBy>arfan haqiqi</cp:lastModifiedBy>
  <cp:revision>18</cp:revision>
  <dcterms:created xsi:type="dcterms:W3CDTF">2021-04-17T22:36:10Z</dcterms:created>
  <dcterms:modified xsi:type="dcterms:W3CDTF">2025-02-19T03:18:52Z</dcterms:modified>
</cp:coreProperties>
</file>